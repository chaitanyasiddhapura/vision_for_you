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3" r:id="rId4"/>
    <p:sldId id="264" r:id="rId5"/>
    <p:sldId id="258" r:id="rId6"/>
    <p:sldId id="262" r:id="rId7"/>
    <p:sldId id="259" r:id="rId8"/>
    <p:sldId id="266" r:id="rId9"/>
    <p:sldId id="265" r:id="rId10"/>
    <p:sldId id="260" r:id="rId11"/>
    <p:sldId id="261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3FE35-F3E1-4343-9C66-818AF3D8CC0D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F4777-5CAF-40E9-B8D7-4BDF6E7D3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756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F4777-5CAF-40E9-B8D7-4BDF6E7D38B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663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7218D-1A7B-7030-D5A4-9293E0EDC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E8A4E-C0E7-D16C-9309-7455B9320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BE339-D20C-A2CA-67A4-43AC1DAF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ACFA-D852-431C-A468-EF878E92D167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B1A61-0380-2772-27DC-208707206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DE552-9B7E-9A36-5182-C5610BE7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C05-D506-4DD2-9C20-A66873071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68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1E83-6937-975C-AAFF-1545171A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84FB3-3E8C-A9D5-9956-8AC68DC41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09DB1-78B8-827A-598A-C331A1574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ACFA-D852-431C-A468-EF878E92D167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87779-2AD4-424A-28EE-12F78073B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1B863-FC51-C083-C999-4C87382CE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C05-D506-4DD2-9C20-A66873071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92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4B736-6AB1-455D-5190-7A5B2FCF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82261-3D0D-9B80-EF33-70488F9E8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8571A-37D0-B972-4446-E44C7B300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ACFA-D852-431C-A468-EF878E92D167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22C0F-9E1F-9519-DF01-5AAD2128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A6638-35E0-EA69-9689-6F4A8582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C05-D506-4DD2-9C20-A66873071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90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2E2F-A62E-63C5-D623-609AF849B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C47D9-C76E-584C-D64B-B893D16A6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090F4-6C05-6F12-25DE-CA7E79DCF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E2AD8-E5BC-14BD-FE83-D6394D01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ACFA-D852-431C-A468-EF878E92D167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D4673-84C9-EFA0-1D5E-2522F0121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82AEC-4DE0-559E-427C-C445DD30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C05-D506-4DD2-9C20-A66873071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552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31DB-54F5-0E72-CAD4-66222A706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385E2-9D9D-9CAD-B184-3986416FC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8DB7C-652E-8053-D274-CDE744946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F21324-DB6A-5CE5-9741-CB1A97470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C6FE7-CFDD-1128-8181-4FA56A68DB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B80997-C388-1BC9-3BF4-ADB13DA26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ACFA-D852-431C-A468-EF878E92D167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0EF59-6939-D03A-456E-14FCA18A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FB1CF1-8D06-507D-1E41-84664250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C05-D506-4DD2-9C20-A66873071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97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6168-64C9-7D56-7200-6937AF91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B9797-8366-36F7-1483-B4C88B02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ACFA-D852-431C-A468-EF878E92D167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EA2C1-B730-0E83-9EF6-30B4A23F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187E5-9B27-C102-5A8A-61D3781E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C05-D506-4DD2-9C20-A66873071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8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3E3DBD-987C-C9BE-3562-840967F5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ACFA-D852-431C-A468-EF878E92D167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9B3E0C-C994-E89D-08E5-78EBDE6F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EE8A2-C0FD-668C-C723-7D614C2B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C05-D506-4DD2-9C20-A66873071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953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34D03-D9FC-5A3E-68F1-22559C56B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8BE76-1345-AAE5-A84B-AD46EE81D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7342E-2CF1-47E7-AE5D-9BF00C046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6AFB2-B2E3-5046-44BE-46E79064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ACFA-D852-431C-A468-EF878E92D167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580AC-E1EB-7AD2-1A0F-E9D0421FB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5E2B3-F9F9-20C8-E60F-BA81DBAC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C05-D506-4DD2-9C20-A66873071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313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7712-3339-A687-9DD8-FD39E50B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9E3BC2-5A6D-A2A3-1869-E3635E9D6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0124E-E325-46B7-FF21-6A7EA363B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0457E-7760-060F-58FE-B615B6A5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ACFA-D852-431C-A468-EF878E92D167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3D6E0-4C91-68D5-A5F8-C95DCA33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46304-3A0A-644F-26E1-47E595BD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C05-D506-4DD2-9C20-A66873071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25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0363-8A36-06EA-D9D3-609095CA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24582-84AC-40BD-1412-58F9995E5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B3147-806E-8680-2674-D9BCAD74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ACFA-D852-431C-A468-EF878E92D167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54915-A59A-A592-1D02-B0FCDDAE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67826-4631-ACE6-6FEE-27DB6978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C05-D506-4DD2-9C20-A66873071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60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422206-9D69-FEFC-4AC6-6D4C21A35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087D9-F943-092B-073F-B58C5022C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3D069-B44F-3262-4474-7F0D9B6A1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ACFA-D852-431C-A468-EF878E92D167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34CAB-B5A3-FDE1-766E-3888A5B7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5A202-4D12-F318-56A2-DABA321B5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9C05-D506-4DD2-9C20-A66873071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D76E5-E777-C169-9556-6B24A16B9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7D14C-5ABA-0434-5E48-1D3C4D1F8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EFF14-AE48-584E-11F4-6919FFD10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AACFA-D852-431C-A468-EF878E92D167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B5B53-91C2-03E1-2F91-6AF8657B0B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6A020-CE6B-2C7B-25B9-42A0872A8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19C05-D506-4DD2-9C20-A66873071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427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27FA3D-F0F1-BEA1-E05C-C09C3BBC4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1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6CA29-4B52-AF77-ECF4-19DE14D82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66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69540A-DFB5-4645-2FA8-582AA9E92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3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E85AFF-1701-2808-69D8-55DD83733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32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A72E77-4511-267C-E01D-378D8ADA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70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BBC913-DFEC-C006-07CB-B5C81160A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5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9DD520-877E-AABC-D1A6-7973F34CA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86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296764-7A72-495B-6ECB-090722D86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34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F1FB86-252F-66DB-AB7B-73D86546E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302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11E9CB-16CB-E458-941D-24BFD5F2F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66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76F3D6-E02C-F891-ECA8-D50FF2EF3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09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AB1924-3B48-41F7-90B4-00FA0606E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0"/>
            <a:ext cx="11460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543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70A794-7021-4153-A654-81F586A3E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069575"/>
              </p:ext>
            </p:extLst>
          </p:nvPr>
        </p:nvGraphicFramePr>
        <p:xfrm>
          <a:off x="475957" y="560297"/>
          <a:ext cx="11240085" cy="607212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746695">
                  <a:extLst>
                    <a:ext uri="{9D8B030D-6E8A-4147-A177-3AD203B41FA5}">
                      <a16:colId xmlns:a16="http://schemas.microsoft.com/office/drawing/2014/main" val="2579201376"/>
                    </a:ext>
                  </a:extLst>
                </a:gridCol>
                <a:gridCol w="3746695">
                  <a:extLst>
                    <a:ext uri="{9D8B030D-6E8A-4147-A177-3AD203B41FA5}">
                      <a16:colId xmlns:a16="http://schemas.microsoft.com/office/drawing/2014/main" val="815339016"/>
                    </a:ext>
                  </a:extLst>
                </a:gridCol>
                <a:gridCol w="3746695">
                  <a:extLst>
                    <a:ext uri="{9D8B030D-6E8A-4147-A177-3AD203B41FA5}">
                      <a16:colId xmlns:a16="http://schemas.microsoft.com/office/drawing/2014/main" val="1809390197"/>
                    </a:ext>
                  </a:extLst>
                </a:gridCol>
              </a:tblGrid>
              <a:tr h="488340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152243"/>
                  </a:ext>
                </a:extLst>
              </a:tr>
              <a:tr h="8540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ESP32-CAM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MAX98357 I2S 3W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Rectangular Speaker - 2W / 8-ohm -70 x 30mm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48896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D2A1A9C-DB59-42C5-B070-9FD9B2E4026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97" y="845844"/>
            <a:ext cx="3434202" cy="43592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EE1F22-638D-49E0-A934-F8E94B623AE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295" y="845844"/>
            <a:ext cx="3315409" cy="43592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E12E33-BDE6-4B3D-8DB5-22B1EE45BB8B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196" y="845844"/>
            <a:ext cx="3315409" cy="435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988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51B037-1D58-4338-A683-A0373F8D5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009772"/>
              </p:ext>
            </p:extLst>
          </p:nvPr>
        </p:nvGraphicFramePr>
        <p:xfrm>
          <a:off x="1840522" y="1207412"/>
          <a:ext cx="8510956" cy="444602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255478">
                  <a:extLst>
                    <a:ext uri="{9D8B030D-6E8A-4147-A177-3AD203B41FA5}">
                      <a16:colId xmlns:a16="http://schemas.microsoft.com/office/drawing/2014/main" val="2290885262"/>
                    </a:ext>
                  </a:extLst>
                </a:gridCol>
                <a:gridCol w="4255478">
                  <a:extLst>
                    <a:ext uri="{9D8B030D-6E8A-4147-A177-3AD203B41FA5}">
                      <a16:colId xmlns:a16="http://schemas.microsoft.com/office/drawing/2014/main" val="202795489"/>
                    </a:ext>
                  </a:extLst>
                </a:gridCol>
              </a:tblGrid>
              <a:tr h="362306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627483"/>
                  </a:ext>
                </a:extLst>
              </a:tr>
              <a:tr h="8201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USB to TTL converter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FINAL CIRCUIT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45678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D2899D0-A3EB-48A2-9D67-5457B044F4D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48" y="1491565"/>
            <a:ext cx="3307031" cy="30382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E5434A-C342-4736-98E5-C92CB638096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590" y="1491565"/>
            <a:ext cx="3151162" cy="303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04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</Words>
  <Application>Microsoft Office PowerPoint</Application>
  <PresentationFormat>Widescreen</PresentationFormat>
  <Paragraphs>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R!SHI JAGAD</dc:creator>
  <cp:lastModifiedBy>DELL</cp:lastModifiedBy>
  <cp:revision>3</cp:revision>
  <dcterms:created xsi:type="dcterms:W3CDTF">2024-10-20T20:06:52Z</dcterms:created>
  <dcterms:modified xsi:type="dcterms:W3CDTF">2025-05-09T15:34:30Z</dcterms:modified>
</cp:coreProperties>
</file>